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411" r:id="rId3"/>
    <p:sldId id="382" r:id="rId4"/>
    <p:sldId id="378" r:id="rId5"/>
    <p:sldId id="407" r:id="rId6"/>
    <p:sldId id="408" r:id="rId7"/>
    <p:sldId id="409" r:id="rId8"/>
    <p:sldId id="398" r:id="rId9"/>
    <p:sldId id="385" r:id="rId10"/>
    <p:sldId id="386" r:id="rId11"/>
    <p:sldId id="379" r:id="rId12"/>
    <p:sldId id="394" r:id="rId13"/>
    <p:sldId id="395" r:id="rId14"/>
    <p:sldId id="410" r:id="rId15"/>
    <p:sldId id="389" r:id="rId16"/>
    <p:sldId id="390" r:id="rId17"/>
    <p:sldId id="393" r:id="rId18"/>
    <p:sldId id="391" r:id="rId19"/>
    <p:sldId id="392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DAE71D6F-4A42-4AD7-84C5-EE35F41616D1}">
          <p14:sldIdLst>
            <p14:sldId id="256"/>
          </p14:sldIdLst>
        </p14:section>
        <p14:section name="Aufbau" id="{ED091AA6-A470-48E7-85C8-7AF9CFD28920}">
          <p14:sldIdLst>
            <p14:sldId id="411"/>
            <p14:sldId id="382"/>
            <p14:sldId id="378"/>
            <p14:sldId id="407"/>
            <p14:sldId id="408"/>
            <p14:sldId id="409"/>
            <p14:sldId id="398"/>
            <p14:sldId id="385"/>
            <p14:sldId id="386"/>
            <p14:sldId id="379"/>
            <p14:sldId id="394"/>
            <p14:sldId id="395"/>
          </p14:sldIdLst>
        </p14:section>
        <p14:section name="Prozessablauf" id="{54C90EE2-9E08-449C-941F-838B3EE3EFE8}">
          <p14:sldIdLst>
            <p14:sldId id="410"/>
            <p14:sldId id="389"/>
            <p14:sldId id="390"/>
            <p14:sldId id="393"/>
            <p14:sldId id="391"/>
            <p14:sldId id="3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E3FB9-6921-4818-9A68-F910A8830FE1}" v="6" dt="2026-04-21T14:06:02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 Boss" userId="26ba61a844b5bc1e" providerId="LiveId" clId="{B4E828D2-9F15-43A4-84E1-E696C904993F}"/>
    <pc:docChg chg="undo redo custSel addSld delSld modSld sldOrd delSection modSection">
      <pc:chgData name="Maximilian Boss" userId="26ba61a844b5bc1e" providerId="LiveId" clId="{B4E828D2-9F15-43A4-84E1-E696C904993F}" dt="2026-04-21T14:26:42.916" v="2489" actId="20577"/>
      <pc:docMkLst>
        <pc:docMk/>
      </pc:docMkLst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550010691" sldId="256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550010691" sldId="256"/>
            <ac:spMk id="2" creationId="{D0009CF4-1EDE-E5A9-C04B-26ABB3F5F7FE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550010691" sldId="256"/>
            <ac:spMk id="4" creationId="{52855CD2-33B7-C9C1-2945-0747F1847C85}"/>
          </ac:spMkLst>
        </pc:spChg>
      </pc:sldChg>
      <pc:sldChg chg="del">
        <pc:chgData name="Maximilian Boss" userId="26ba61a844b5bc1e" providerId="LiveId" clId="{B4E828D2-9F15-43A4-84E1-E696C904993F}" dt="2026-04-21T13:36:42.788" v="1" actId="47"/>
        <pc:sldMkLst>
          <pc:docMk/>
          <pc:sldMk cId="1846745167" sldId="259"/>
        </pc:sldMkLst>
      </pc:sldChg>
      <pc:sldChg chg="del">
        <pc:chgData name="Maximilian Boss" userId="26ba61a844b5bc1e" providerId="LiveId" clId="{B4E828D2-9F15-43A4-84E1-E696C904993F}" dt="2026-04-21T13:36:45.473" v="5" actId="47"/>
        <pc:sldMkLst>
          <pc:docMk/>
          <pc:sldMk cId="3902489878" sldId="261"/>
        </pc:sldMkLst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3480681406" sldId="378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80681406" sldId="378"/>
            <ac:spMk id="2" creationId="{925B02DE-4503-1166-74F8-3020EE8EA619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80681406" sldId="378"/>
            <ac:spMk id="3" creationId="{670A79A0-DC4E-CF10-8ACA-A4CB7C3C6680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80681406" sldId="378"/>
            <ac:spMk id="4" creationId="{E53846A1-834B-E075-15A5-806A275CA17B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162166403" sldId="379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2166403" sldId="379"/>
            <ac:spMk id="2" creationId="{F095AED8-D8EE-89BE-D545-00EB554E7B94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2166403" sldId="379"/>
            <ac:spMk id="4" creationId="{53B7A057-7E7B-B244-6C48-2ACA48CA7C91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2166403" sldId="379"/>
            <ac:spMk id="6" creationId="{54D0A4F4-99A6-7E87-F852-D9579F99257C}"/>
          </ac:spMkLst>
        </pc:spChg>
      </pc:sldChg>
      <pc:sldChg chg="del">
        <pc:chgData name="Maximilian Boss" userId="26ba61a844b5bc1e" providerId="LiveId" clId="{B4E828D2-9F15-43A4-84E1-E696C904993F}" dt="2026-04-21T13:36:53.379" v="9" actId="47"/>
        <pc:sldMkLst>
          <pc:docMk/>
          <pc:sldMk cId="982107066" sldId="381"/>
        </pc:sldMkLst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822373767" sldId="382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22373767" sldId="382"/>
            <ac:spMk id="2" creationId="{CFB55086-9162-7354-7FD9-C8818B89F794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22373767" sldId="382"/>
            <ac:spMk id="4" creationId="{B1C9369E-21BD-BD27-6548-21D06457B846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22373767" sldId="382"/>
            <ac:spMk id="7" creationId="{F11FFFA2-46B2-C1EF-6ADA-D525B3ECEFD6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1625854416" sldId="385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25854416" sldId="385"/>
            <ac:spMk id="2" creationId="{925B02DE-4503-1166-74F8-3020EE8EA619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25854416" sldId="385"/>
            <ac:spMk id="3" creationId="{670A79A0-DC4E-CF10-8ACA-A4CB7C3C6680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25854416" sldId="385"/>
            <ac:spMk id="4" creationId="{E53846A1-834B-E075-15A5-806A275CA17B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25854416" sldId="385"/>
            <ac:spMk id="19" creationId="{22B11D7A-94D2-3702-B546-ED3E616792A3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25854416" sldId="385"/>
            <ac:spMk id="20" creationId="{095061B2-4580-43CA-27FF-7E244A15F104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2942075203" sldId="386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942075203" sldId="386"/>
            <ac:spMk id="2" creationId="{925B02DE-4503-1166-74F8-3020EE8EA619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942075203" sldId="386"/>
            <ac:spMk id="3" creationId="{670A79A0-DC4E-CF10-8ACA-A4CB7C3C6680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942075203" sldId="386"/>
            <ac:spMk id="4" creationId="{E53846A1-834B-E075-15A5-806A275CA17B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942075203" sldId="386"/>
            <ac:spMk id="8" creationId="{A6E749B2-E72F-FC3E-3528-5F94CA88C113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942075203" sldId="386"/>
            <ac:spMk id="9" creationId="{3785DA44-AEBB-5B00-C1AB-06B35BF1516D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942075203" sldId="386"/>
            <ac:spMk id="10" creationId="{C0EDF819-F8B1-7499-C20E-8525ABCFCACC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942075203" sldId="386"/>
            <ac:spMk id="11" creationId="{656B5D0C-1ACE-2702-21FD-8EA93396B43F}"/>
          </ac:spMkLst>
        </pc:spChg>
        <pc:picChg chg="mod">
          <ac:chgData name="Maximilian Boss" userId="26ba61a844b5bc1e" providerId="LiveId" clId="{B4E828D2-9F15-43A4-84E1-E696C904993F}" dt="2026-04-21T13:54:53.119" v="1671" actId="1076"/>
          <ac:picMkLst>
            <pc:docMk/>
            <pc:sldMk cId="2942075203" sldId="386"/>
            <ac:picMk id="7" creationId="{FEC1553E-E32F-1A16-F7B9-58DC66306EC3}"/>
          </ac:picMkLst>
        </pc:picChg>
      </pc:sldChg>
      <pc:sldChg chg="del">
        <pc:chgData name="Maximilian Boss" userId="26ba61a844b5bc1e" providerId="LiveId" clId="{B4E828D2-9F15-43A4-84E1-E696C904993F}" dt="2026-04-21T13:37:07.991" v="12" actId="47"/>
        <pc:sldMkLst>
          <pc:docMk/>
          <pc:sldMk cId="720392227" sldId="388"/>
        </pc:sldMkLst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1352756416" sldId="389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4" creationId="{77BC99F9-1772-5295-56E6-B09DB7C84622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12" creationId="{8A29AB6E-A36A-F7C4-28B0-A9AB0B1BB7BE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13" creationId="{60C3B083-68BD-07A7-351A-C0974CE1CD03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14" creationId="{9484E1A4-0F8B-5E9F-6224-01D77D44E838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16" creationId="{18210425-592D-13B3-432F-1F14D796F9DA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17" creationId="{F0FDADB7-1581-1394-BEB3-46A4CFEB583E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19" creationId="{D4D27387-5C75-D9CB-DB75-48DC6B70E22A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21" creationId="{A6125E56-82E6-77FE-DD42-75ECE2EE0DD4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22" creationId="{4F2B2B0C-680D-0108-1E38-EF5304C539FE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352756416" sldId="389"/>
            <ac:spMk id="23" creationId="{6EC95DD0-4CE6-159A-80BC-BF4D85CE9155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3497144713" sldId="390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4" creationId="{77BC99F9-1772-5295-56E6-B09DB7C84622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20" creationId="{70A12B22-0D49-85B8-68F7-D0F124F2E9E8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22" creationId="{E642B8B3-FA32-DA1D-EEFF-8883227084E0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24" creationId="{5A92D97A-1E84-664E-DEB6-F2A4442FA9C7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25" creationId="{A45BCD00-E10E-DE05-2F1C-FAFACBCF43A5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27" creationId="{13B2C048-41FF-839F-48C6-33F739E13DD1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28" creationId="{18ADF8A2-6806-F6F1-C1D7-117884FEE1AF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35" creationId="{E90907FC-A146-6137-37D4-D7B5121143C3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36" creationId="{A6579926-7EB1-5CAE-A421-15D98670352C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497144713" sldId="390"/>
            <ac:spMk id="37" creationId="{B44D0B5A-6236-CE00-36B8-F49D2D654FDA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840169446" sldId="391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4" creationId="{77BC99F9-1772-5295-56E6-B09DB7C84622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12" creationId="{8E2D0190-21C2-5C76-E36C-18847D2B0A94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13" creationId="{FA8D2F23-07F8-0EDB-D3D6-81C7246C60C1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14" creationId="{A95F8979-BB5E-C737-C4FC-48F2155BEE74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15" creationId="{76638E8F-34D6-9036-7956-8F4C24288DF0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16" creationId="{B3DEB6CF-8B45-F1FD-C7E5-919026485ACE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17" creationId="{F954E8A5-4D2A-239C-0DCA-13054ECEAD98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25" creationId="{A863A8CB-62FB-5A8F-3E27-6F9067D37B21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27" creationId="{8BA86140-E06C-E96C-82B3-646EFEB7C834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840169446" sldId="391"/>
            <ac:spMk id="28" creationId="{A0F26094-BB4E-4863-06C9-360626970878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2580041104" sldId="392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580041104" sldId="392"/>
            <ac:spMk id="4" creationId="{77BC99F9-1772-5295-56E6-B09DB7C84622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580041104" sldId="392"/>
            <ac:spMk id="11" creationId="{7703CD11-755C-2AAA-67E7-E27858AF82F2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580041104" sldId="392"/>
            <ac:spMk id="12" creationId="{F2247DD2-2D4B-081A-2BF7-44AD8FED59C2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580041104" sldId="392"/>
            <ac:spMk id="13" creationId="{971F8711-216D-2D31-FE96-FDAD4D44ABE1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580041104" sldId="392"/>
            <ac:spMk id="14" creationId="{A41605A7-B9FC-77F3-7AB5-B896D5B2D207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2580041104" sldId="392"/>
            <ac:spMk id="15" creationId="{2674C78F-073F-5E66-A6A7-E77A0AFCEDB7}"/>
          </ac:spMkLst>
        </pc:spChg>
      </pc:sldChg>
      <pc:sldChg chg="modSp mod">
        <pc:chgData name="Maximilian Boss" userId="26ba61a844b5bc1e" providerId="LiveId" clId="{B4E828D2-9F15-43A4-84E1-E696C904993F}" dt="2026-04-21T14:26:42.916" v="2489" actId="20577"/>
        <pc:sldMkLst>
          <pc:docMk/>
          <pc:sldMk cId="3359362970" sldId="393"/>
        </pc:sldMkLst>
        <pc:spChg chg="mod">
          <ac:chgData name="Maximilian Boss" userId="26ba61a844b5bc1e" providerId="LiveId" clId="{B4E828D2-9F15-43A4-84E1-E696C904993F}" dt="2026-04-21T14:26:42.916" v="2489" actId="20577"/>
          <ac:spMkLst>
            <pc:docMk/>
            <pc:sldMk cId="3359362970" sldId="393"/>
            <ac:spMk id="2" creationId="{E1BDC263-1E92-97A5-A81B-C221CBB5E3C9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359362970" sldId="393"/>
            <ac:spMk id="4" creationId="{C279944B-F4A5-8319-5E64-6EA4DFCB4D6A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3993823914" sldId="394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993823914" sldId="394"/>
            <ac:spMk id="2" creationId="{CB2CDD33-BB98-A087-315A-E384916D64C8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993823914" sldId="394"/>
            <ac:spMk id="4" creationId="{EB66C0CC-AC25-2410-242F-D90A893EF735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993823914" sldId="394"/>
            <ac:spMk id="9" creationId="{E20C6AE5-D21F-16E3-562A-438959BE9527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1649382401" sldId="395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49382401" sldId="395"/>
            <ac:spMk id="2" creationId="{4B297BC1-29D5-83E3-D197-B4B7F27EC07E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49382401" sldId="395"/>
            <ac:spMk id="3" creationId="{E13DB131-27F2-B879-D870-512ED42DF4F0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49382401" sldId="395"/>
            <ac:spMk id="4" creationId="{486DCCB2-9B7B-0260-925C-4FEE0C0F869F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1658100465" sldId="398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58100465" sldId="398"/>
            <ac:spMk id="2" creationId="{79A75C88-6790-7789-5F56-75B4D8541E6C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58100465" sldId="398"/>
            <ac:spMk id="3" creationId="{3D8EA673-0ECF-E74E-37F3-6463C3B39281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58100465" sldId="398"/>
            <ac:spMk id="4" creationId="{DE7AC45A-536F-2BBE-557D-9A18E16D4BD9}"/>
          </ac:spMkLst>
        </pc:spChg>
      </pc:sldChg>
      <pc:sldChg chg="modSp del mod">
        <pc:chgData name="Maximilian Boss" userId="26ba61a844b5bc1e" providerId="LiveId" clId="{B4E828D2-9F15-43A4-84E1-E696C904993F}" dt="2026-04-21T14:08:35.917" v="2469" actId="2696"/>
        <pc:sldMkLst>
          <pc:docMk/>
          <pc:sldMk cId="1962392722" sldId="399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962392722" sldId="399"/>
            <ac:spMk id="4" creationId="{A7F61FD5-278C-0DF7-6864-D69739ED55E5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962392722" sldId="399"/>
            <ac:spMk id="6" creationId="{19AAF845-C692-89BC-5D45-11A65117E4E1}"/>
          </ac:spMkLst>
        </pc:spChg>
      </pc:sldChg>
      <pc:sldChg chg="del">
        <pc:chgData name="Maximilian Boss" userId="26ba61a844b5bc1e" providerId="LiveId" clId="{B4E828D2-9F15-43A4-84E1-E696C904993F}" dt="2026-04-21T13:36:44.144" v="3" actId="47"/>
        <pc:sldMkLst>
          <pc:docMk/>
          <pc:sldMk cId="2147622533" sldId="400"/>
        </pc:sldMkLst>
      </pc:sldChg>
      <pc:sldChg chg="del">
        <pc:chgData name="Maximilian Boss" userId="26ba61a844b5bc1e" providerId="LiveId" clId="{B4E828D2-9F15-43A4-84E1-E696C904993F}" dt="2026-04-21T13:36:39.861" v="0" actId="47"/>
        <pc:sldMkLst>
          <pc:docMk/>
          <pc:sldMk cId="930681465" sldId="401"/>
        </pc:sldMkLst>
      </pc:sldChg>
      <pc:sldChg chg="del">
        <pc:chgData name="Maximilian Boss" userId="26ba61a844b5bc1e" providerId="LiveId" clId="{B4E828D2-9F15-43A4-84E1-E696C904993F}" dt="2026-04-21T13:36:43.463" v="2" actId="47"/>
        <pc:sldMkLst>
          <pc:docMk/>
          <pc:sldMk cId="4220812741" sldId="402"/>
        </pc:sldMkLst>
      </pc:sldChg>
      <pc:sldChg chg="del">
        <pc:chgData name="Maximilian Boss" userId="26ba61a844b5bc1e" providerId="LiveId" clId="{B4E828D2-9F15-43A4-84E1-E696C904993F}" dt="2026-04-21T13:36:46.063" v="6" actId="47"/>
        <pc:sldMkLst>
          <pc:docMk/>
          <pc:sldMk cId="3149858358" sldId="403"/>
        </pc:sldMkLst>
      </pc:sldChg>
      <pc:sldChg chg="del">
        <pc:chgData name="Maximilian Boss" userId="26ba61a844b5bc1e" providerId="LiveId" clId="{B4E828D2-9F15-43A4-84E1-E696C904993F}" dt="2026-04-21T13:37:09.067" v="13" actId="47"/>
        <pc:sldMkLst>
          <pc:docMk/>
          <pc:sldMk cId="2599103902" sldId="405"/>
        </pc:sldMkLst>
      </pc:sldChg>
      <pc:sldChg chg="del">
        <pc:chgData name="Maximilian Boss" userId="26ba61a844b5bc1e" providerId="LiveId" clId="{B4E828D2-9F15-43A4-84E1-E696C904993F}" dt="2026-04-21T13:36:44.979" v="4" actId="47"/>
        <pc:sldMkLst>
          <pc:docMk/>
          <pc:sldMk cId="1859829065" sldId="406"/>
        </pc:sldMkLst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3502419819" sldId="407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502419819" sldId="407"/>
            <ac:spMk id="4" creationId="{A1904B7F-01AB-1429-6128-86B5AE16405E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502419819" sldId="407"/>
            <ac:spMk id="6" creationId="{77E23922-B8C0-ADC1-3E4B-B71F83127ECD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502419819" sldId="407"/>
            <ac:spMk id="7" creationId="{67E21B8C-B449-1847-953A-3158D062D323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1630155381" sldId="408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30155381" sldId="408"/>
            <ac:spMk id="2" creationId="{65371E69-5106-0C28-CACD-4086BFDD3E07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30155381" sldId="408"/>
            <ac:spMk id="3" creationId="{A61AD734-923B-1922-9353-56A57C02C569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1630155381" sldId="408"/>
            <ac:spMk id="4" creationId="{7A0B64CC-8359-7D44-9084-6ECF74FC23F8}"/>
          </ac:spMkLst>
        </pc:spChg>
      </pc:sldChg>
      <pc:sldChg chg="modSp mod">
        <pc:chgData name="Maximilian Boss" userId="26ba61a844b5bc1e" providerId="LiveId" clId="{B4E828D2-9F15-43A4-84E1-E696C904993F}" dt="2026-04-21T14:07:58.682" v="2408" actId="790"/>
        <pc:sldMkLst>
          <pc:docMk/>
          <pc:sldMk cId="3143272465" sldId="409"/>
        </pc:sldMkLst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143272465" sldId="409"/>
            <ac:spMk id="2" creationId="{60579FB9-F02F-35B6-478F-871EE74255A3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143272465" sldId="409"/>
            <ac:spMk id="3" creationId="{BA897F54-5D72-1E98-3B86-FF5A04F95F07}"/>
          </ac:spMkLst>
        </pc:spChg>
        <pc:spChg chg="mod">
          <ac:chgData name="Maximilian Boss" userId="26ba61a844b5bc1e" providerId="LiveId" clId="{B4E828D2-9F15-43A4-84E1-E696C904993F}" dt="2026-04-21T14:07:58.682" v="2408" actId="790"/>
          <ac:spMkLst>
            <pc:docMk/>
            <pc:sldMk cId="3143272465" sldId="409"/>
            <ac:spMk id="4" creationId="{C52F05B4-1806-4CD4-BBEE-6262DBBD1FA9}"/>
          </ac:spMkLst>
        </pc:spChg>
      </pc:sldChg>
      <pc:sldChg chg="addSp delSp modSp new mod ord modClrScheme chgLayout">
        <pc:chgData name="Maximilian Boss" userId="26ba61a844b5bc1e" providerId="LiveId" clId="{B4E828D2-9F15-43A4-84E1-E696C904993F}" dt="2026-04-21T14:08:20.260" v="2468" actId="20577"/>
        <pc:sldMkLst>
          <pc:docMk/>
          <pc:sldMk cId="425172658" sldId="410"/>
        </pc:sldMkLst>
        <pc:spChg chg="del mod ord">
          <ac:chgData name="Maximilian Boss" userId="26ba61a844b5bc1e" providerId="LiveId" clId="{B4E828D2-9F15-43A4-84E1-E696C904993F}" dt="2026-04-21T14:00:02.836" v="2156" actId="700"/>
          <ac:spMkLst>
            <pc:docMk/>
            <pc:sldMk cId="425172658" sldId="410"/>
            <ac:spMk id="2" creationId="{3520DA9A-447F-A421-82AF-7A41F9A4F25D}"/>
          </ac:spMkLst>
        </pc:spChg>
        <pc:spChg chg="del mod ord">
          <ac:chgData name="Maximilian Boss" userId="26ba61a844b5bc1e" providerId="LiveId" clId="{B4E828D2-9F15-43A4-84E1-E696C904993F}" dt="2026-04-21T14:00:02.836" v="2156" actId="700"/>
          <ac:spMkLst>
            <pc:docMk/>
            <pc:sldMk cId="425172658" sldId="410"/>
            <ac:spMk id="3" creationId="{0861C596-AC15-6CDF-26FA-B584C1C2FFB5}"/>
          </ac:spMkLst>
        </pc:spChg>
        <pc:spChg chg="mod ord">
          <ac:chgData name="Maximilian Boss" userId="26ba61a844b5bc1e" providerId="LiveId" clId="{B4E828D2-9F15-43A4-84E1-E696C904993F}" dt="2026-04-21T14:07:58.682" v="2408" actId="790"/>
          <ac:spMkLst>
            <pc:docMk/>
            <pc:sldMk cId="425172658" sldId="410"/>
            <ac:spMk id="4" creationId="{C8A53D78-3AF7-4EE5-07DF-47A847FC0A00}"/>
          </ac:spMkLst>
        </pc:spChg>
        <pc:spChg chg="del">
          <ac:chgData name="Maximilian Boss" userId="26ba61a844b5bc1e" providerId="LiveId" clId="{B4E828D2-9F15-43A4-84E1-E696C904993F}" dt="2026-04-21T14:00:02.836" v="2156" actId="700"/>
          <ac:spMkLst>
            <pc:docMk/>
            <pc:sldMk cId="425172658" sldId="410"/>
            <ac:spMk id="5" creationId="{1FA2BD23-F15F-2423-C563-4E854936CA1F}"/>
          </ac:spMkLst>
        </pc:spChg>
        <pc:spChg chg="add mod ord">
          <ac:chgData name="Maximilian Boss" userId="26ba61a844b5bc1e" providerId="LiveId" clId="{B4E828D2-9F15-43A4-84E1-E696C904993F}" dt="2026-04-21T14:07:58.682" v="2408" actId="790"/>
          <ac:spMkLst>
            <pc:docMk/>
            <pc:sldMk cId="425172658" sldId="410"/>
            <ac:spMk id="6" creationId="{B9FEDB62-9ADE-2273-BA06-84E887714B69}"/>
          </ac:spMkLst>
        </pc:spChg>
        <pc:spChg chg="add mod ord">
          <ac:chgData name="Maximilian Boss" userId="26ba61a844b5bc1e" providerId="LiveId" clId="{B4E828D2-9F15-43A4-84E1-E696C904993F}" dt="2026-04-21T14:08:20.260" v="2468" actId="20577"/>
          <ac:spMkLst>
            <pc:docMk/>
            <pc:sldMk cId="425172658" sldId="410"/>
            <ac:spMk id="7" creationId="{9A214E65-8EFC-90F9-693C-5C01F7A2F515}"/>
          </ac:spMkLst>
        </pc:spChg>
      </pc:sldChg>
      <pc:sldChg chg="del">
        <pc:chgData name="Maximilian Boss" userId="26ba61a844b5bc1e" providerId="LiveId" clId="{B4E828D2-9F15-43A4-84E1-E696C904993F}" dt="2026-04-21T13:36:54.357" v="10" actId="47"/>
        <pc:sldMkLst>
          <pc:docMk/>
          <pc:sldMk cId="1583118407" sldId="410"/>
        </pc:sldMkLst>
      </pc:sldChg>
      <pc:sldChg chg="addSp delSp modSp new mod modClrScheme chgLayout">
        <pc:chgData name="Maximilian Boss" userId="26ba61a844b5bc1e" providerId="LiveId" clId="{B4E828D2-9F15-43A4-84E1-E696C904993F}" dt="2026-04-21T14:07:58.682" v="2408" actId="790"/>
        <pc:sldMkLst>
          <pc:docMk/>
          <pc:sldMk cId="2171620735" sldId="411"/>
        </pc:sldMkLst>
        <pc:spChg chg="del mod ord">
          <ac:chgData name="Maximilian Boss" userId="26ba61a844b5bc1e" providerId="LiveId" clId="{B4E828D2-9F15-43A4-84E1-E696C904993F}" dt="2026-04-21T14:05:42.772" v="2249" actId="700"/>
          <ac:spMkLst>
            <pc:docMk/>
            <pc:sldMk cId="2171620735" sldId="411"/>
            <ac:spMk id="2" creationId="{12635CB8-BAE0-EF6D-8440-86716FEE6CCA}"/>
          </ac:spMkLst>
        </pc:spChg>
        <pc:spChg chg="del mod ord">
          <ac:chgData name="Maximilian Boss" userId="26ba61a844b5bc1e" providerId="LiveId" clId="{B4E828D2-9F15-43A4-84E1-E696C904993F}" dt="2026-04-21T14:05:42.772" v="2249" actId="700"/>
          <ac:spMkLst>
            <pc:docMk/>
            <pc:sldMk cId="2171620735" sldId="411"/>
            <ac:spMk id="3" creationId="{3873229A-C977-99F7-F0F0-6669860A97B3}"/>
          </ac:spMkLst>
        </pc:spChg>
        <pc:spChg chg="mod ord">
          <ac:chgData name="Maximilian Boss" userId="26ba61a844b5bc1e" providerId="LiveId" clId="{B4E828D2-9F15-43A4-84E1-E696C904993F}" dt="2026-04-21T14:07:58.682" v="2408" actId="790"/>
          <ac:spMkLst>
            <pc:docMk/>
            <pc:sldMk cId="2171620735" sldId="411"/>
            <ac:spMk id="4" creationId="{8FEB36DA-C6E0-CFCF-3F08-3B9D632F80E3}"/>
          </ac:spMkLst>
        </pc:spChg>
        <pc:spChg chg="del">
          <ac:chgData name="Maximilian Boss" userId="26ba61a844b5bc1e" providerId="LiveId" clId="{B4E828D2-9F15-43A4-84E1-E696C904993F}" dt="2026-04-21T14:05:42.772" v="2249" actId="700"/>
          <ac:spMkLst>
            <pc:docMk/>
            <pc:sldMk cId="2171620735" sldId="411"/>
            <ac:spMk id="5" creationId="{9AE65E45-E568-C897-63EC-3288B40F8195}"/>
          </ac:spMkLst>
        </pc:spChg>
        <pc:spChg chg="add mod ord">
          <ac:chgData name="Maximilian Boss" userId="26ba61a844b5bc1e" providerId="LiveId" clId="{B4E828D2-9F15-43A4-84E1-E696C904993F}" dt="2026-04-21T14:07:58.682" v="2408" actId="790"/>
          <ac:spMkLst>
            <pc:docMk/>
            <pc:sldMk cId="2171620735" sldId="411"/>
            <ac:spMk id="6" creationId="{F7A65F47-FC82-59BA-559F-FCCF1B9A2693}"/>
          </ac:spMkLst>
        </pc:spChg>
        <pc:spChg chg="add mod ord">
          <ac:chgData name="Maximilian Boss" userId="26ba61a844b5bc1e" providerId="LiveId" clId="{B4E828D2-9F15-43A4-84E1-E696C904993F}" dt="2026-04-21T14:07:58.682" v="2408" actId="790"/>
          <ac:spMkLst>
            <pc:docMk/>
            <pc:sldMk cId="2171620735" sldId="411"/>
            <ac:spMk id="7" creationId="{90A08180-AB59-7BDC-1F36-89652A9934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0BB23-78E7-4399-AB6A-B1FA53510A8F}" type="datetimeFigureOut">
              <a:rPr lang="de-DE" smtClean="0"/>
              <a:t>21.04.2026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ECBBB-3FF2-4793-BB0D-ACEDAB90F7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685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Warum Neigung? Da Wafer geneigt in Booten, um homogenen Prozessverlauf zu garantieren und Stabilität der Wafer alle gleich in Booten stehen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ECBBB-3FF2-4793-BB0D-ACEDAB90F77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2843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Greifer senkt sich in 3° Winkel parallel zu Kerben im Boot ab, um Wafer exakt zu platzieren</a:t>
            </a:r>
          </a:p>
          <a:p>
            <a:r>
              <a:rPr lang="de-DE" dirty="0"/>
              <a:t>Weitere Boote werden durch hochzählen eines Counters erkannt und beladen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ECBBB-3FF2-4793-BB0D-ACEDAB90F77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8057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0F565F-E8A3-7941-A006-56698E6B2F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9E648A-1CD5-BB42-99F3-7028EC860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824" y="780340"/>
            <a:ext cx="9403976" cy="190546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75304-92E1-AD49-B5EA-5A5821AC32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6824" y="2814870"/>
            <a:ext cx="9403976" cy="13214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F1EA49-2975-294E-978F-CA31503D53E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5641" y="6489699"/>
            <a:ext cx="4356060" cy="22956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6C7DA1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vert="horz" wrap="square" lIns="145152" tIns="72576" rIns="145152" bIns="72576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000" b="0" i="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600" b="0" i="0" kern="1200" cap="all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  2022 VISHAY INTERTECHNOLOGY, INC. ALL RIGHTS RESERVED.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06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E3B7C5-21F2-0F4D-A1B4-5845734ED400}"/>
              </a:ext>
            </a:extLst>
          </p:cNvPr>
          <p:cNvSpPr/>
          <p:nvPr userDrawn="1"/>
        </p:nvSpPr>
        <p:spPr>
          <a:xfrm>
            <a:off x="0" y="0"/>
            <a:ext cx="11586210" cy="6858000"/>
          </a:xfrm>
          <a:prstGeom prst="rect">
            <a:avLst/>
          </a:prstGeom>
          <a:solidFill>
            <a:srgbClr val="3D4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9E648A-1CD5-BB42-99F3-7028EC860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823" y="2675557"/>
            <a:ext cx="9838337" cy="193338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75304-92E1-AD49-B5EA-5A5821AC32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6823" y="4728730"/>
            <a:ext cx="9838337" cy="123769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371BFAA3-E324-EE41-8485-C65136E2FB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22411"/>
            <a:ext cx="8161363" cy="3137604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6F2969FB-5A19-E34E-9A7B-8F182B78D5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07952" y="0"/>
            <a:ext cx="9768417" cy="3079279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AD140AD0-C32F-FD41-BD24-8D8858C2E6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5641" y="6489699"/>
            <a:ext cx="4356060" cy="22956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6C7DA1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vert="horz" wrap="square" lIns="145152" tIns="72576" rIns="145152" bIns="72576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000" b="0" i="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600" b="0" i="0" kern="1200" cap="all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  2022 VISHAY INTERTECHNOLOGY, INC. ALL RIGHTS RESERVED.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94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A737-62D2-B74C-80AF-B56866C3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290286"/>
            <a:ext cx="10460663" cy="80151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037A-E0CB-2446-97AE-5C5F1369C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3" y="1815151"/>
            <a:ext cx="10460229" cy="462447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F6373D7-D44C-AE42-99D0-B60D9A1C2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9891" y="6489698"/>
            <a:ext cx="2743200" cy="2295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E50BD7-9F83-E64C-8CD4-4C2B7251CF6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8F564A6-A6F9-5C4F-AEEF-4D2D54450F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5641" y="6489699"/>
            <a:ext cx="4356060" cy="22956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6C7DA1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vert="horz" wrap="square" lIns="145152" tIns="72576" rIns="145152" bIns="72576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000" b="0" i="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600" b="0" i="0" kern="1200" cap="all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  2022 VISHAY INTERTECHNOLOGY, INC. ALL RIGHTS RESERVED.</a:t>
            </a:r>
            <a:endParaRPr lang="en-US" sz="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5CD5E642-0A0F-584D-ADCF-DDA3DCFE5E6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3453" y="1153985"/>
            <a:ext cx="10460229" cy="483000"/>
          </a:xfrm>
        </p:spPr>
        <p:txBody>
          <a:bodyPr anchor="ctr">
            <a:noAutofit/>
          </a:bodyPr>
          <a:lstStyle>
            <a:lvl1pPr marL="0" indent="0">
              <a:buNone/>
              <a:tabLst>
                <a:tab pos="2222500" algn="l"/>
              </a:tabLst>
              <a:defRPr sz="22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13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F6373D7-D44C-AE42-99D0-B60D9A1C2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9891" y="6489698"/>
            <a:ext cx="2743200" cy="2295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E50BD7-9F83-E64C-8CD4-4C2B7251CF6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8F564A6-A6F9-5C4F-AEEF-4D2D54450F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5641" y="6489699"/>
            <a:ext cx="4356060" cy="22956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6C7DA1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vert="horz" wrap="square" lIns="145152" tIns="72576" rIns="145152" bIns="72576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000" b="0" i="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600" b="0" i="0" kern="1200" cap="all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  2022 VISHAY INTERTECHNOLOGY, INC. ALL RIGHTS RESERVED.</a:t>
            </a:r>
            <a:endParaRPr lang="en-US" sz="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9C0A51A-7A1C-6C46-8CF9-B52F2A00F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3" y="1269966"/>
            <a:ext cx="10460663" cy="516965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E83077-712E-4E4D-A08F-BBCE5D5D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290286"/>
            <a:ext cx="10460663" cy="80151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4874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323093-BFF1-C345-AD23-B46C8253B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9891" y="6489698"/>
            <a:ext cx="2743200" cy="2295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E50BD7-9F83-E64C-8CD4-4C2B7251CF6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FFEA5A-4A22-D846-A9E8-8472E84098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5641" y="6489699"/>
            <a:ext cx="4356060" cy="22956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6C7DA1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vert="horz" wrap="square" lIns="145152" tIns="72576" rIns="145152" bIns="72576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000" b="0" i="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600" b="0" i="0" kern="1200" cap="all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  2022 VISHAY INTERTECHNOLOGY, INC. ALL RIGHTS RESERVED.</a:t>
            </a:r>
            <a:endParaRPr lang="en-US" sz="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EFC5F95-45FE-264A-BA40-48AB7365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290286"/>
            <a:ext cx="10460663" cy="80151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E958177-41B3-7B4A-BB8F-1917085D8C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3453" y="1804530"/>
            <a:ext cx="5119993" cy="463509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1C8ED4FB-03DC-A942-905A-10B9DDBFCB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889" y="1272345"/>
            <a:ext cx="5119992" cy="464664"/>
          </a:xfrm>
        </p:spPr>
        <p:txBody>
          <a:bodyPr anchor="ctr">
            <a:noAutofit/>
          </a:bodyPr>
          <a:lstStyle>
            <a:lvl1pPr marL="0" indent="0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C02CEAC-51F4-024E-B598-B5936C66424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963030" y="1804530"/>
            <a:ext cx="5119993" cy="463509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6AC64A57-05F6-8341-9EFC-4085B3AD595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63254" y="1268340"/>
            <a:ext cx="5119992" cy="464664"/>
          </a:xfrm>
        </p:spPr>
        <p:txBody>
          <a:bodyPr anchor="ctr">
            <a:noAutofit/>
          </a:bodyPr>
          <a:lstStyle>
            <a:lvl1pPr marL="0" indent="0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7044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323093-BFF1-C345-AD23-B46C8253B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09891" y="6489698"/>
            <a:ext cx="2743200" cy="2295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E50BD7-9F83-E64C-8CD4-4C2B7251CF6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FFEA5A-4A22-D846-A9E8-8472E84098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5641" y="6489699"/>
            <a:ext cx="4356060" cy="22956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6C7DA1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vert="horz" wrap="square" lIns="145152" tIns="72576" rIns="145152" bIns="72576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000" b="0" i="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600" b="0" i="0" kern="1200" cap="all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  2022 VISHAY INTERTECHNOLOGY, INC. ALL RIGHTS RESERVED.</a:t>
            </a:r>
            <a:endParaRPr lang="en-US" sz="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EFC5F95-45FE-264A-BA40-48AB7365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290286"/>
            <a:ext cx="10460663" cy="801515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77DD9-374E-F44F-9745-1FFB604F423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3453" y="1269241"/>
            <a:ext cx="5119993" cy="516667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BFD0CD2-213C-3447-9E39-74BDCB53B58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962818" y="1272947"/>
            <a:ext cx="5120205" cy="516667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514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E3B7C5-21F2-0F4D-A1B4-5845734ED400}"/>
              </a:ext>
            </a:extLst>
          </p:cNvPr>
          <p:cNvSpPr/>
          <p:nvPr userDrawn="1"/>
        </p:nvSpPr>
        <p:spPr>
          <a:xfrm>
            <a:off x="0" y="0"/>
            <a:ext cx="11587163" cy="6858000"/>
          </a:xfrm>
          <a:prstGeom prst="rect">
            <a:avLst/>
          </a:prstGeom>
          <a:solidFill>
            <a:srgbClr val="3D4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6F2969FB-5A19-E34E-9A7B-8F182B78D5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07952" y="0"/>
            <a:ext cx="9768417" cy="307927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F6C3908-E806-BD4F-9C0C-B5732EC41A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823" y="3079278"/>
            <a:ext cx="9838337" cy="154352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 or Other Closing Statement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F8B8862-30DD-A24B-B709-457CC6BF554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5641" y="6489699"/>
            <a:ext cx="4356060" cy="22956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6C7DA1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vert="horz" wrap="square" lIns="145152" tIns="72576" rIns="145152" bIns="72576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000" b="0" i="0" cap="all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600" b="0" i="0" kern="1200" cap="all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  2022 VISHAY INTERTECHNOLOGY, INC. ALL RIGHTS RESERVED.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84FE0263-0459-7641-B502-AB04D08686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22411"/>
            <a:ext cx="8161363" cy="313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1FD6176-1233-ED4D-B654-C77AFA8A6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699367"/>
            <a:ext cx="10400145" cy="60642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FB638D1-53CC-9C4F-9D2B-13D233372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454" y="1462877"/>
            <a:ext cx="10387446" cy="48943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EC68C-7515-D240-970C-82C9C071DA8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586210" y="0"/>
            <a:ext cx="6057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0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84C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2855CD2-33B7-C9C1-2945-0747F1847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2998" y="1361366"/>
            <a:ext cx="8546376" cy="1870722"/>
          </a:xfrm>
        </p:spPr>
        <p:txBody>
          <a:bodyPr>
            <a:normAutofit/>
          </a:bodyPr>
          <a:lstStyle/>
          <a:p>
            <a:r>
              <a:rPr lang="en-US" sz="3600" noProof="0" dirty="0"/>
              <a:t>Automated wafer loading system design with CAD</a:t>
            </a: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D0009CF4-1EDE-E5A9-C04B-26ABB3F5F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0669" y="5105400"/>
            <a:ext cx="3438431" cy="1469282"/>
          </a:xfrm>
        </p:spPr>
        <p:txBody>
          <a:bodyPr/>
          <a:lstStyle/>
          <a:p>
            <a:pPr algn="r"/>
            <a:r>
              <a:rPr lang="en-US" noProof="0" dirty="0"/>
              <a:t>Thesis Maximilian Boss</a:t>
            </a:r>
          </a:p>
          <a:p>
            <a:pPr algn="r"/>
            <a:r>
              <a:rPr lang="en-US" noProof="0" dirty="0"/>
              <a:t>Mechatronics and robotics</a:t>
            </a:r>
          </a:p>
          <a:p>
            <a:pPr algn="r"/>
            <a:r>
              <a:rPr lang="en-US" noProof="0" dirty="0"/>
              <a:t>Semester 2024</a:t>
            </a:r>
          </a:p>
        </p:txBody>
      </p:sp>
    </p:spTree>
    <p:extLst>
      <p:ext uri="{BB962C8B-B14F-4D97-AF65-F5344CB8AC3E}">
        <p14:creationId xmlns:p14="http://schemas.microsoft.com/office/powerpoint/2010/main" val="55001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7A65F47-FC82-59BA-559F-FCCF1B9A2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823" y="2675557"/>
            <a:ext cx="9838337" cy="1353235"/>
          </a:xfrm>
        </p:spPr>
        <p:txBody>
          <a:bodyPr/>
          <a:lstStyle/>
          <a:p>
            <a:r>
              <a:rPr lang="en-US" noProof="0" dirty="0"/>
              <a:t>Description of all parts</a:t>
            </a: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90A08180-AB59-7BDC-1F36-89652A9934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All parts and </a:t>
            </a:r>
            <a:r>
              <a:rPr lang="en-US" noProof="0" dirty="0" err="1"/>
              <a:t>funcitons</a:t>
            </a:r>
            <a:r>
              <a:rPr lang="en-US" noProof="0" dirty="0"/>
              <a:t> will get explained in the following slides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EB36DA-C6E0-CFCF-3F08-3B9D632F80E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89700"/>
            <a:ext cx="2743200" cy="230188"/>
          </a:xfrm>
          <a:prstGeom prst="rect">
            <a:avLst/>
          </a:prstGeom>
        </p:spPr>
        <p:txBody>
          <a:bodyPr/>
          <a:lstStyle/>
          <a:p>
            <a:fld id="{19E50BD7-9F83-E64C-8CD4-4C2B7251CF6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7162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55086-9162-7354-7FD9-C8818B89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Automatic loading and unloading mechanism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C9369E-21BD-BD27-6548-21D06457B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537EFAF-B736-FBE7-DDF9-FF3576CEE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" y="1298299"/>
            <a:ext cx="5592650" cy="482957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11FFFA2-46B2-C1EF-6ADA-D525B3ECEFD6}"/>
              </a:ext>
            </a:extLst>
          </p:cNvPr>
          <p:cNvSpPr txBox="1"/>
          <p:nvPr/>
        </p:nvSpPr>
        <p:spPr>
          <a:xfrm>
            <a:off x="6417868" y="2613392"/>
            <a:ext cx="50297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/>
              <a:t>1 Moving element and 3 stations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noProof="0" dirty="0"/>
              <a:t>Transfer system (green)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noProof="0" dirty="0"/>
              <a:t>Transport system (blue)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noProof="0" dirty="0"/>
              <a:t>Storage for magazines (yellow)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noProof="0" dirty="0"/>
              <a:t>Wafer-Batch-Transfer-System (orange)</a:t>
            </a:r>
          </a:p>
        </p:txBody>
      </p:sp>
    </p:spTree>
    <p:extLst>
      <p:ext uri="{BB962C8B-B14F-4D97-AF65-F5344CB8AC3E}">
        <p14:creationId xmlns:p14="http://schemas.microsoft.com/office/powerpoint/2010/main" val="822373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B02DE-4503-1166-74F8-3020EE8E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Transfer system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0A79A0-DC4E-CF10-8ACA-A4CB7C3C6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4" y="1394235"/>
            <a:ext cx="6439923" cy="5045390"/>
          </a:xfrm>
        </p:spPr>
        <p:txBody>
          <a:bodyPr/>
          <a:lstStyle/>
          <a:p>
            <a:endParaRPr lang="en-US" noProof="0" dirty="0"/>
          </a:p>
          <a:p>
            <a:r>
              <a:rPr lang="en-US" noProof="0" dirty="0"/>
              <a:t>Portal axis (1)</a:t>
            </a:r>
          </a:p>
          <a:p>
            <a:endParaRPr lang="en-US" noProof="0" dirty="0"/>
          </a:p>
          <a:p>
            <a:r>
              <a:rPr lang="en-US" noProof="0" dirty="0"/>
              <a:t>Arm axis (2)</a:t>
            </a:r>
          </a:p>
          <a:p>
            <a:endParaRPr lang="en-US" noProof="0" dirty="0"/>
          </a:p>
          <a:p>
            <a:r>
              <a:rPr lang="en-US" noProof="0" dirty="0"/>
              <a:t>Hand axis (3)</a:t>
            </a:r>
          </a:p>
          <a:p>
            <a:endParaRPr lang="en-US" noProof="0" dirty="0"/>
          </a:p>
          <a:p>
            <a:r>
              <a:rPr lang="en-US" noProof="0" dirty="0"/>
              <a:t>Handler (4)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3846A1-834B-E075-15A5-806A275C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24BA2A0-E22F-66F2-AD52-72C97D080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785" y="332406"/>
            <a:ext cx="3756531" cy="615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8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904B7F-01AB-1429-6128-86B5AE164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7E21B8C-B449-1847-953A-3158D062D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2" y="1269966"/>
            <a:ext cx="5062973" cy="5169657"/>
          </a:xfrm>
        </p:spPr>
        <p:txBody>
          <a:bodyPr/>
          <a:lstStyle/>
          <a:p>
            <a:r>
              <a:rPr lang="en-US" noProof="0" dirty="0"/>
              <a:t>In charge of moving up and down</a:t>
            </a:r>
          </a:p>
          <a:p>
            <a:endParaRPr lang="en-US" noProof="0" dirty="0"/>
          </a:p>
          <a:p>
            <a:r>
              <a:rPr lang="en-US" noProof="0" dirty="0"/>
              <a:t>Contains 2 linear systems</a:t>
            </a:r>
          </a:p>
          <a:p>
            <a:r>
              <a:rPr lang="en-US" noProof="0" dirty="0"/>
              <a:t>Connected with a shaft</a:t>
            </a:r>
          </a:p>
          <a:p>
            <a:endParaRPr lang="en-US" noProof="0" dirty="0"/>
          </a:p>
          <a:p>
            <a:r>
              <a:rPr lang="en-US" noProof="0" dirty="0"/>
              <a:t>Steering and control with a motor with encoder</a:t>
            </a:r>
          </a:p>
          <a:p>
            <a:endParaRPr lang="en-US" noProof="0" dirty="0"/>
          </a:p>
          <a:p>
            <a:r>
              <a:rPr lang="en-US" noProof="0" dirty="0"/>
              <a:t>Main support element for whole construction</a:t>
            </a:r>
          </a:p>
          <a:p>
            <a:endParaRPr lang="en-US" noProof="0" dirty="0"/>
          </a:p>
          <a:p>
            <a:r>
              <a:rPr lang="en-US" noProof="0" dirty="0"/>
              <a:t>Integrated sensors for localization and position analysis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7E23922-B8C0-ADC1-3E4B-B71F8312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Portal axis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B90D837-D901-9C00-EEDB-0F6D2BAB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263" y="894464"/>
            <a:ext cx="2609854" cy="235356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57ACF92-30E1-3751-B946-6839A0A6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42" y="418377"/>
            <a:ext cx="2354627" cy="444386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96E6585-033C-8F09-517E-6DA17637C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25" y="4346974"/>
            <a:ext cx="3454592" cy="209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19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5371E69-5106-0C28-CACD-4086BFDD3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1AD734-923B-1922-9353-56A57C02C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3" y="1269966"/>
            <a:ext cx="5207802" cy="5169657"/>
          </a:xfrm>
        </p:spPr>
        <p:txBody>
          <a:bodyPr/>
          <a:lstStyle/>
          <a:p>
            <a:r>
              <a:rPr lang="en-US" noProof="0" dirty="0"/>
              <a:t>In charge of moving in and out of machine </a:t>
            </a:r>
          </a:p>
          <a:p>
            <a:r>
              <a:rPr lang="en-US" noProof="0" dirty="0"/>
              <a:t>Contains two arms with a linear system </a:t>
            </a:r>
          </a:p>
          <a:p>
            <a:endParaRPr lang="en-US" noProof="0" dirty="0"/>
          </a:p>
          <a:p>
            <a:r>
              <a:rPr lang="en-US" noProof="0" dirty="0"/>
              <a:t>Controlled and moved with motor with encoder and timing belt drive</a:t>
            </a:r>
          </a:p>
          <a:p>
            <a:endParaRPr lang="en-US" noProof="0" dirty="0"/>
          </a:p>
          <a:p>
            <a:r>
              <a:rPr lang="en-US" noProof="0" dirty="0"/>
              <a:t>Arms are connected through a shaft and cable </a:t>
            </a:r>
            <a:r>
              <a:rPr lang="en-US" noProof="0" dirty="0" err="1"/>
              <a:t>chanel</a:t>
            </a:r>
            <a:r>
              <a:rPr lang="en-US" noProof="0" dirty="0"/>
              <a:t> </a:t>
            </a:r>
          </a:p>
          <a:p>
            <a:endParaRPr lang="en-US" noProof="0" dirty="0"/>
          </a:p>
          <a:p>
            <a:r>
              <a:rPr lang="en-US" noProof="0" dirty="0"/>
              <a:t>Connected directly to the portal axis</a:t>
            </a:r>
          </a:p>
          <a:p>
            <a:endParaRPr lang="en-US" noProof="0" dirty="0"/>
          </a:p>
          <a:p>
            <a:r>
              <a:rPr lang="en-US" noProof="0" dirty="0"/>
              <a:t>Integrated sensors for localization and position analysis</a:t>
            </a:r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A0B64CC-8359-7D44-9084-6ECF74FC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Arm axis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F73EBF4-49A1-0EE9-209F-2A2A017D4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831" y="3333750"/>
            <a:ext cx="4852286" cy="294050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ABDFC0C-6247-1BCE-1AD3-C8EAC9567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084" y="285524"/>
            <a:ext cx="4151779" cy="294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5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0579FB9-F02F-35B6-478F-871EE7425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897F54-5D72-1E98-3B86-FF5A04F95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3" y="1269966"/>
            <a:ext cx="5015347" cy="5169657"/>
          </a:xfrm>
        </p:spPr>
        <p:txBody>
          <a:bodyPr/>
          <a:lstStyle/>
          <a:p>
            <a:r>
              <a:rPr lang="en-US" noProof="0" dirty="0"/>
              <a:t>In charge of moving side to side</a:t>
            </a:r>
          </a:p>
          <a:p>
            <a:endParaRPr lang="en-US" noProof="0" dirty="0"/>
          </a:p>
          <a:p>
            <a:r>
              <a:rPr lang="en-US" noProof="0" dirty="0"/>
              <a:t>Contains one linear system</a:t>
            </a:r>
          </a:p>
          <a:p>
            <a:endParaRPr lang="en-US" noProof="0" dirty="0"/>
          </a:p>
          <a:p>
            <a:r>
              <a:rPr lang="en-US" noProof="0" dirty="0"/>
              <a:t>Controlled and moved with motor with encoder and timing belt drive</a:t>
            </a:r>
          </a:p>
          <a:p>
            <a:endParaRPr lang="en-US" noProof="0" dirty="0"/>
          </a:p>
          <a:p>
            <a:r>
              <a:rPr lang="en-US" noProof="0" dirty="0"/>
              <a:t>Connected directly to the arm axis and gripper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Integrated sensors for localization and position analysis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52F05B4-1806-4CD4-BBEE-6262DBBD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Hand axis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CB4280A-F0C4-5EE4-9744-54FB5DA38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311" y="3854794"/>
            <a:ext cx="5320806" cy="137134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92038A1-153B-3A40-8417-891B7A8F1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311" y="1461811"/>
            <a:ext cx="5320806" cy="210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7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A75C88-6790-7789-5F56-75B4D8541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Gripper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8EA673-0ECF-E74E-37F3-6463C3B3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66" y="1367161"/>
            <a:ext cx="5233909" cy="5122537"/>
          </a:xfrm>
        </p:spPr>
        <p:txBody>
          <a:bodyPr/>
          <a:lstStyle/>
          <a:p>
            <a:r>
              <a:rPr lang="en-US" noProof="0" dirty="0"/>
              <a:t>Moves wafer and magazines </a:t>
            </a:r>
          </a:p>
          <a:p>
            <a:endParaRPr lang="en-US" noProof="0" dirty="0"/>
          </a:p>
          <a:p>
            <a:r>
              <a:rPr lang="en-US" noProof="0" dirty="0"/>
              <a:t>Gripping system can hold up to 25 wafers or a whole magazine </a:t>
            </a:r>
          </a:p>
          <a:p>
            <a:endParaRPr lang="en-US" noProof="0" dirty="0"/>
          </a:p>
          <a:p>
            <a:r>
              <a:rPr lang="en-US" noProof="0" dirty="0"/>
              <a:t>Contains:</a:t>
            </a:r>
          </a:p>
          <a:p>
            <a:pPr lvl="1"/>
            <a:r>
              <a:rPr lang="en-US" noProof="0" dirty="0"/>
              <a:t>2 gripper jaws</a:t>
            </a:r>
          </a:p>
          <a:p>
            <a:pPr lvl="1"/>
            <a:r>
              <a:rPr lang="en-US" noProof="0" dirty="0"/>
              <a:t>4 supports</a:t>
            </a:r>
          </a:p>
          <a:p>
            <a:pPr lvl="1"/>
            <a:r>
              <a:rPr lang="en-US" noProof="0" dirty="0"/>
              <a:t>3 plates</a:t>
            </a:r>
          </a:p>
          <a:p>
            <a:pPr lvl="1"/>
            <a:r>
              <a:rPr lang="en-US" noProof="0" dirty="0"/>
              <a:t>2 cylinders </a:t>
            </a:r>
          </a:p>
          <a:p>
            <a:pPr lvl="1"/>
            <a:r>
              <a:rPr lang="en-US" noProof="0" dirty="0"/>
              <a:t>2 sensors</a:t>
            </a:r>
          </a:p>
          <a:p>
            <a:pPr lvl="1"/>
            <a:r>
              <a:rPr lang="en-US" noProof="0" dirty="0"/>
              <a:t>1 mechanism to open</a:t>
            </a:r>
          </a:p>
          <a:p>
            <a:pPr lvl="1"/>
            <a:r>
              <a:rPr lang="en-US" noProof="0" dirty="0"/>
              <a:t>1 mechanism to tilt the gripper jaws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7AC45A-536F-2BBE-557D-9A18E16D4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766FE1F-2F9E-E434-6EFD-77A27B392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274884"/>
            <a:ext cx="5121467" cy="329282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DDE236D-0C4A-2759-A556-3C0343B41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790" y="188961"/>
            <a:ext cx="2622202" cy="293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00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B02DE-4503-1166-74F8-3020EE8E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Mechanism to open/close gripper jaws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0A79A0-DC4E-CF10-8ACA-A4CB7C3C6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3" y="1394235"/>
            <a:ext cx="4835787" cy="5045390"/>
          </a:xfrm>
        </p:spPr>
        <p:txBody>
          <a:bodyPr/>
          <a:lstStyle/>
          <a:p>
            <a:r>
              <a:rPr lang="en-US" noProof="0" dirty="0"/>
              <a:t>Opens and closes the gripper jaws</a:t>
            </a:r>
          </a:p>
          <a:p>
            <a:endParaRPr lang="en-US" noProof="0" dirty="0"/>
          </a:p>
          <a:p>
            <a:r>
              <a:rPr lang="en-US" noProof="0" dirty="0"/>
              <a:t>Moving part connected to a cylinder to separate the spring-loaded gripper jaws</a:t>
            </a:r>
          </a:p>
          <a:p>
            <a:endParaRPr lang="en-US" noProof="0" dirty="0"/>
          </a:p>
          <a:p>
            <a:r>
              <a:rPr lang="en-US" noProof="0" dirty="0"/>
              <a:t>Springs to hold wafer and magazines</a:t>
            </a:r>
          </a:p>
          <a:p>
            <a:endParaRPr lang="en-US" noProof="0" dirty="0"/>
          </a:p>
          <a:p>
            <a:r>
              <a:rPr lang="en-US" noProof="0" dirty="0"/>
              <a:t>Support for gripper jaws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3846A1-834B-E075-15A5-806A275C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1D57C87-A023-69C2-8C96-558DDB976E5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4369" y="1509712"/>
            <a:ext cx="5479748" cy="3838575"/>
          </a:xfrm>
          <a:prstGeom prst="rect">
            <a:avLst/>
          </a:prstGeom>
        </p:spPr>
      </p:pic>
      <p:sp>
        <p:nvSpPr>
          <p:cNvPr id="19" name="Pfeil: nach oben und unten 18">
            <a:extLst>
              <a:ext uri="{FF2B5EF4-FFF2-40B4-BE49-F238E27FC236}">
                <a16:creationId xmlns:a16="http://schemas.microsoft.com/office/drawing/2014/main" id="{22B11D7A-94D2-3702-B546-ED3E616792A3}"/>
              </a:ext>
            </a:extLst>
          </p:cNvPr>
          <p:cNvSpPr/>
          <p:nvPr/>
        </p:nvSpPr>
        <p:spPr>
          <a:xfrm rot="3650023">
            <a:off x="8293240" y="2722029"/>
            <a:ext cx="187825" cy="840376"/>
          </a:xfrm>
          <a:prstGeom prst="upDownArrow">
            <a:avLst>
              <a:gd name="adj1" fmla="val 45154"/>
              <a:gd name="adj2" fmla="val 8353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Pfeil: nach oben und unten 19">
            <a:extLst>
              <a:ext uri="{FF2B5EF4-FFF2-40B4-BE49-F238E27FC236}">
                <a16:creationId xmlns:a16="http://schemas.microsoft.com/office/drawing/2014/main" id="{095061B2-4580-43CA-27FF-7E244A15F104}"/>
              </a:ext>
            </a:extLst>
          </p:cNvPr>
          <p:cNvSpPr/>
          <p:nvPr/>
        </p:nvSpPr>
        <p:spPr>
          <a:xfrm rot="7076185">
            <a:off x="7410078" y="3496742"/>
            <a:ext cx="187825" cy="840376"/>
          </a:xfrm>
          <a:prstGeom prst="upDownArrow">
            <a:avLst>
              <a:gd name="adj1" fmla="val 45154"/>
              <a:gd name="adj2" fmla="val 83534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585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B02DE-4503-1166-74F8-3020EE8E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Mechanism to tilt gripper jaws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0A79A0-DC4E-CF10-8ACA-A4CB7C3C6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4" y="1394235"/>
            <a:ext cx="10460662" cy="5045390"/>
          </a:xfrm>
        </p:spPr>
        <p:txBody>
          <a:bodyPr/>
          <a:lstStyle/>
          <a:p>
            <a:r>
              <a:rPr lang="en-US" noProof="0" dirty="0"/>
              <a:t>Tilts the gripper jaws to align the wafer during loading</a:t>
            </a:r>
          </a:p>
          <a:p>
            <a:endParaRPr lang="en-US" noProof="0" dirty="0"/>
          </a:p>
          <a:p>
            <a:r>
              <a:rPr lang="en-US" noProof="0" dirty="0"/>
              <a:t>Moving part connected to a cylinder, with upwards movement it tilts the gripper jaws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3846A1-834B-E075-15A5-806A275C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EC1553E-E32F-1A16-F7B9-58DC66306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272" y="3135048"/>
            <a:ext cx="5859025" cy="3124156"/>
          </a:xfrm>
          <a:prstGeom prst="rect">
            <a:avLst/>
          </a:prstGeom>
        </p:spPr>
      </p:pic>
      <p:sp>
        <p:nvSpPr>
          <p:cNvPr id="8" name="Pfeil: nach links 7">
            <a:extLst>
              <a:ext uri="{FF2B5EF4-FFF2-40B4-BE49-F238E27FC236}">
                <a16:creationId xmlns:a16="http://schemas.microsoft.com/office/drawing/2014/main" id="{A6E749B2-E72F-FC3E-3528-5F94CA88C113}"/>
              </a:ext>
            </a:extLst>
          </p:cNvPr>
          <p:cNvSpPr/>
          <p:nvPr/>
        </p:nvSpPr>
        <p:spPr>
          <a:xfrm rot="5400000">
            <a:off x="3461016" y="4507352"/>
            <a:ext cx="259568" cy="119979"/>
          </a:xfrm>
          <a:prstGeom prst="leftArrow">
            <a:avLst>
              <a:gd name="adj1" fmla="val 45266"/>
              <a:gd name="adj2" fmla="val 71705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feil: gebogen 8">
            <a:extLst>
              <a:ext uri="{FF2B5EF4-FFF2-40B4-BE49-F238E27FC236}">
                <a16:creationId xmlns:a16="http://schemas.microsoft.com/office/drawing/2014/main" id="{3785DA44-AEBB-5B00-C1AB-06B35BF1516D}"/>
              </a:ext>
            </a:extLst>
          </p:cNvPr>
          <p:cNvSpPr/>
          <p:nvPr/>
        </p:nvSpPr>
        <p:spPr>
          <a:xfrm>
            <a:off x="4377308" y="4471700"/>
            <a:ext cx="1061117" cy="1321117"/>
          </a:xfrm>
          <a:prstGeom prst="circularArrow">
            <a:avLst>
              <a:gd name="adj1" fmla="val 6032"/>
              <a:gd name="adj2" fmla="val 1049564"/>
              <a:gd name="adj3" fmla="val 7076991"/>
              <a:gd name="adj4" fmla="val 3318009"/>
              <a:gd name="adj5" fmla="val 7925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Pfeil: nach links 9">
            <a:extLst>
              <a:ext uri="{FF2B5EF4-FFF2-40B4-BE49-F238E27FC236}">
                <a16:creationId xmlns:a16="http://schemas.microsoft.com/office/drawing/2014/main" id="{C0EDF819-F8B1-7499-C20E-8525ABCFCACC}"/>
              </a:ext>
            </a:extLst>
          </p:cNvPr>
          <p:cNvSpPr/>
          <p:nvPr/>
        </p:nvSpPr>
        <p:spPr>
          <a:xfrm rot="5400000">
            <a:off x="4247523" y="4507353"/>
            <a:ext cx="259568" cy="119979"/>
          </a:xfrm>
          <a:prstGeom prst="leftArrow">
            <a:avLst>
              <a:gd name="adj1" fmla="val 45266"/>
              <a:gd name="adj2" fmla="val 71705"/>
            </a:avLst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feil: nach links 10">
            <a:extLst>
              <a:ext uri="{FF2B5EF4-FFF2-40B4-BE49-F238E27FC236}">
                <a16:creationId xmlns:a16="http://schemas.microsoft.com/office/drawing/2014/main" id="{656B5D0C-1ACE-2702-21FD-8EA93396B43F}"/>
              </a:ext>
            </a:extLst>
          </p:cNvPr>
          <p:cNvSpPr/>
          <p:nvPr/>
        </p:nvSpPr>
        <p:spPr>
          <a:xfrm>
            <a:off x="3757443" y="4279487"/>
            <a:ext cx="364210" cy="119979"/>
          </a:xfrm>
          <a:prstGeom prst="leftArrow">
            <a:avLst>
              <a:gd name="adj1" fmla="val 45266"/>
              <a:gd name="adj2" fmla="val 7170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2075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95AED8-D8EE-89BE-D545-00EB554E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Wafer-Batch-Transfer-System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B7A057-7E7B-B244-6C48-2ACA48CA7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A0FB765-BFE1-E398-DAD2-854B8332F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34" y="1455938"/>
            <a:ext cx="6161516" cy="511177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4D0A4F4-99A6-7E87-F852-D9579F992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4" y="1394235"/>
            <a:ext cx="4179365" cy="5045390"/>
          </a:xfrm>
        </p:spPr>
        <p:txBody>
          <a:bodyPr/>
          <a:lstStyle/>
          <a:p>
            <a:r>
              <a:rPr lang="en-US" noProof="0" dirty="0"/>
              <a:t>Pushes wafer out of </a:t>
            </a:r>
            <a:r>
              <a:rPr lang="en-US" noProof="0" dirty="0" err="1"/>
              <a:t>magazin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Moved by a pneumatic cylinder</a:t>
            </a:r>
          </a:p>
          <a:p>
            <a:r>
              <a:rPr lang="en-US" noProof="0" dirty="0"/>
              <a:t>Connected to a designed wafer holding system</a:t>
            </a:r>
          </a:p>
          <a:p>
            <a:endParaRPr lang="en-US" noProof="0" dirty="0"/>
          </a:p>
          <a:p>
            <a:r>
              <a:rPr lang="en-US" noProof="0" dirty="0"/>
              <a:t>Integrated barcode-scanner</a:t>
            </a:r>
          </a:p>
          <a:p>
            <a:endParaRPr lang="en-US" noProof="0" dirty="0"/>
          </a:p>
          <a:p>
            <a:r>
              <a:rPr lang="en-US" noProof="0" dirty="0"/>
              <a:t>Sensors to detect the magazines</a:t>
            </a:r>
          </a:p>
        </p:txBody>
      </p:sp>
    </p:spTree>
    <p:extLst>
      <p:ext uri="{BB962C8B-B14F-4D97-AF65-F5344CB8AC3E}">
        <p14:creationId xmlns:p14="http://schemas.microsoft.com/office/powerpoint/2010/main" val="16216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2CDD33-BB98-A087-315A-E384916D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Transport system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66C0CC-AC25-2410-242F-D90A893EF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D527720-2A87-AE6C-64D6-C9F56531C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320" y="3492657"/>
            <a:ext cx="5446797" cy="299704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66CB3E9-A4E0-1F9C-FCE5-C7EABE8505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72180" y="368302"/>
            <a:ext cx="3211937" cy="236602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7BD60F7-169B-FFC8-E0B1-8DC3952E6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262" y="368302"/>
            <a:ext cx="3039213" cy="2595589"/>
          </a:xfrm>
          <a:prstGeom prst="rect">
            <a:avLst/>
          </a:prstGeom>
        </p:spPr>
      </p:pic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20C6AE5-D21F-16E3-562A-438959BE9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4" y="1394235"/>
            <a:ext cx="4119808" cy="5045390"/>
          </a:xfrm>
        </p:spPr>
        <p:txBody>
          <a:bodyPr/>
          <a:lstStyle/>
          <a:p>
            <a:r>
              <a:rPr lang="en-US" noProof="0" dirty="0"/>
              <a:t>Moves and stores the wafer and magazines from loading station to transfer station</a:t>
            </a:r>
          </a:p>
          <a:p>
            <a:endParaRPr lang="en-US" noProof="0" dirty="0"/>
          </a:p>
          <a:p>
            <a:r>
              <a:rPr lang="en-US" noProof="0" dirty="0"/>
              <a:t>Moved through a linear axis</a:t>
            </a:r>
          </a:p>
          <a:p>
            <a:endParaRPr lang="en-US" noProof="0" dirty="0"/>
          </a:p>
          <a:p>
            <a:r>
              <a:rPr lang="en-US" noProof="0" dirty="0"/>
              <a:t>Controlled and moved with motor with encoder and timing belt drive</a:t>
            </a:r>
          </a:p>
          <a:p>
            <a:endParaRPr lang="en-US" noProof="0" dirty="0"/>
          </a:p>
          <a:p>
            <a:r>
              <a:rPr lang="en-US" noProof="0" dirty="0"/>
              <a:t>Integrated sensors for localization and position analysis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382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297BC1-29D5-83E3-D197-B4B7F27EC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Included storage system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6DCCB2-9B7B-0260-925C-4FEE0C0F8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8369471-AF40-254E-3676-751706ED3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037" y="145054"/>
            <a:ext cx="3297708" cy="6459428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3DB131-27F2-B879-D870-512ED42DF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3" y="1394235"/>
            <a:ext cx="5310621" cy="5045390"/>
          </a:xfrm>
        </p:spPr>
        <p:txBody>
          <a:bodyPr/>
          <a:lstStyle/>
          <a:p>
            <a:r>
              <a:rPr lang="en-US" noProof="0" dirty="0"/>
              <a:t>Storage system for up to 25 magazines</a:t>
            </a:r>
          </a:p>
          <a:p>
            <a:endParaRPr lang="en-US" noProof="0" dirty="0"/>
          </a:p>
          <a:p>
            <a:r>
              <a:rPr lang="en-US" noProof="0" dirty="0"/>
              <a:t>Contains two parts:</a:t>
            </a:r>
          </a:p>
          <a:p>
            <a:pPr lvl="1"/>
            <a:r>
              <a:rPr lang="en-US" noProof="0" dirty="0"/>
              <a:t>External storage</a:t>
            </a:r>
          </a:p>
          <a:p>
            <a:pPr lvl="1"/>
            <a:r>
              <a:rPr lang="en-US" noProof="0" dirty="0"/>
              <a:t>Internal storage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9382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9FEDB62-9ADE-2273-BA06-84E887714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823" y="2675557"/>
            <a:ext cx="9838337" cy="1237690"/>
          </a:xfrm>
        </p:spPr>
        <p:txBody>
          <a:bodyPr/>
          <a:lstStyle/>
          <a:p>
            <a:r>
              <a:rPr lang="en-US" noProof="0" dirty="0"/>
              <a:t>How does it work?</a:t>
            </a: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9A214E65-8EFC-90F9-693C-5C01F7A2F5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An explanation of the process of loading and unloading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A53D78-3AF7-4EE5-07DF-47A847FC0A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89700"/>
            <a:ext cx="2743200" cy="230188"/>
          </a:xfrm>
          <a:prstGeom prst="rect">
            <a:avLst/>
          </a:prstGeom>
        </p:spPr>
        <p:txBody>
          <a:bodyPr/>
          <a:lstStyle/>
          <a:p>
            <a:fld id="{19E50BD7-9F83-E64C-8CD4-4C2B7251CF6B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17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BC99F9-1772-5295-56E6-B09DB7C84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50F7E79-51CA-C5DF-AD40-418501CD86F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909" y="207395"/>
            <a:ext cx="3154166" cy="317557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7F7C751-8233-6E2C-6885-0B1085756BA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2566" y="207395"/>
            <a:ext cx="3202658" cy="317557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F25168A-42BC-F8D3-FE96-71D5FAFC9D7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94715" y="207395"/>
            <a:ext cx="3108152" cy="317557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C91E429-D31A-7DEA-EE99-2EBC0707225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909" y="3475179"/>
            <a:ext cx="3154166" cy="324408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3985E18-438D-FE87-8184-452119B9BD1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2566" y="3475180"/>
            <a:ext cx="3202658" cy="324408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80D1A4F-447E-AE21-46A3-D24BA404C71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94715" y="3475179"/>
            <a:ext cx="3108152" cy="324408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A29AB6E-A36A-F7C4-28B0-A9AB0B1BB7BE}"/>
              </a:ext>
            </a:extLst>
          </p:cNvPr>
          <p:cNvSpPr txBox="1"/>
          <p:nvPr/>
        </p:nvSpPr>
        <p:spPr>
          <a:xfrm>
            <a:off x="838263" y="252728"/>
            <a:ext cx="26143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0C3B083-68BD-07A7-351A-C0974CE1CD03}"/>
              </a:ext>
            </a:extLst>
          </p:cNvPr>
          <p:cNvSpPr txBox="1"/>
          <p:nvPr/>
        </p:nvSpPr>
        <p:spPr>
          <a:xfrm>
            <a:off x="4122483" y="252729"/>
            <a:ext cx="26143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2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484E1A4-0F8B-5E9F-6224-01D77D44E838}"/>
              </a:ext>
            </a:extLst>
          </p:cNvPr>
          <p:cNvSpPr txBox="1"/>
          <p:nvPr/>
        </p:nvSpPr>
        <p:spPr>
          <a:xfrm>
            <a:off x="7475283" y="252728"/>
            <a:ext cx="26143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41BBF59-BA07-2857-BEC7-0D062D67F05C}"/>
              </a:ext>
            </a:extLst>
          </p:cNvPr>
          <p:cNvSpPr txBox="1"/>
          <p:nvPr/>
        </p:nvSpPr>
        <p:spPr>
          <a:xfrm>
            <a:off x="838263" y="3544568"/>
            <a:ext cx="26143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4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8210425-592D-13B3-432F-1F14D796F9DA}"/>
              </a:ext>
            </a:extLst>
          </p:cNvPr>
          <p:cNvSpPr txBox="1"/>
          <p:nvPr/>
        </p:nvSpPr>
        <p:spPr>
          <a:xfrm>
            <a:off x="4122483" y="3544568"/>
            <a:ext cx="26143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5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0FDADB7-1581-1394-BEB3-46A4CFEB583E}"/>
              </a:ext>
            </a:extLst>
          </p:cNvPr>
          <p:cNvSpPr txBox="1"/>
          <p:nvPr/>
        </p:nvSpPr>
        <p:spPr>
          <a:xfrm>
            <a:off x="7475283" y="3544568"/>
            <a:ext cx="26143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6</a:t>
            </a:r>
          </a:p>
        </p:txBody>
      </p:sp>
      <p:sp>
        <p:nvSpPr>
          <p:cNvPr id="18" name="Pfeil: nach links 17">
            <a:extLst>
              <a:ext uri="{FF2B5EF4-FFF2-40B4-BE49-F238E27FC236}">
                <a16:creationId xmlns:a16="http://schemas.microsoft.com/office/drawing/2014/main" id="{6B31C967-08BF-3CC2-56A9-99CDBFE87B76}"/>
              </a:ext>
            </a:extLst>
          </p:cNvPr>
          <p:cNvSpPr/>
          <p:nvPr/>
        </p:nvSpPr>
        <p:spPr>
          <a:xfrm rot="6042774">
            <a:off x="3256095" y="2396977"/>
            <a:ext cx="294874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Pfeil: nach links 18">
            <a:extLst>
              <a:ext uri="{FF2B5EF4-FFF2-40B4-BE49-F238E27FC236}">
                <a16:creationId xmlns:a16="http://schemas.microsoft.com/office/drawing/2014/main" id="{D4D27387-5C75-D9CB-DB75-48DC6B70E22A}"/>
              </a:ext>
            </a:extLst>
          </p:cNvPr>
          <p:cNvSpPr/>
          <p:nvPr/>
        </p:nvSpPr>
        <p:spPr>
          <a:xfrm rot="819531">
            <a:off x="6277123" y="1916041"/>
            <a:ext cx="294874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Pfeil: nach links 19">
            <a:extLst>
              <a:ext uri="{FF2B5EF4-FFF2-40B4-BE49-F238E27FC236}">
                <a16:creationId xmlns:a16="http://schemas.microsoft.com/office/drawing/2014/main" id="{94DC728E-1B42-A600-FF91-85D8CA2CFCB3}"/>
              </a:ext>
            </a:extLst>
          </p:cNvPr>
          <p:cNvSpPr/>
          <p:nvPr/>
        </p:nvSpPr>
        <p:spPr>
          <a:xfrm rot="19902456">
            <a:off x="9232807" y="1886693"/>
            <a:ext cx="294874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feil: nach links 20">
            <a:extLst>
              <a:ext uri="{FF2B5EF4-FFF2-40B4-BE49-F238E27FC236}">
                <a16:creationId xmlns:a16="http://schemas.microsoft.com/office/drawing/2014/main" id="{A6125E56-82E6-77FE-DD42-75ECE2EE0DD4}"/>
              </a:ext>
            </a:extLst>
          </p:cNvPr>
          <p:cNvSpPr/>
          <p:nvPr/>
        </p:nvSpPr>
        <p:spPr>
          <a:xfrm rot="12295906">
            <a:off x="2781496" y="5344266"/>
            <a:ext cx="294874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Pfeil: nach links 21">
            <a:extLst>
              <a:ext uri="{FF2B5EF4-FFF2-40B4-BE49-F238E27FC236}">
                <a16:creationId xmlns:a16="http://schemas.microsoft.com/office/drawing/2014/main" id="{4F2B2B0C-680D-0108-1E38-EF5304C539FE}"/>
              </a:ext>
            </a:extLst>
          </p:cNvPr>
          <p:cNvSpPr/>
          <p:nvPr/>
        </p:nvSpPr>
        <p:spPr>
          <a:xfrm rot="16200000">
            <a:off x="6696271" y="5772891"/>
            <a:ext cx="294874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Pfeil: nach oben und unten 22">
            <a:extLst>
              <a:ext uri="{FF2B5EF4-FFF2-40B4-BE49-F238E27FC236}">
                <a16:creationId xmlns:a16="http://schemas.microsoft.com/office/drawing/2014/main" id="{6EC95DD0-4CE6-159A-80BC-BF4D85CE9155}"/>
              </a:ext>
            </a:extLst>
          </p:cNvPr>
          <p:cNvSpPr/>
          <p:nvPr/>
        </p:nvSpPr>
        <p:spPr>
          <a:xfrm rot="3451358">
            <a:off x="10045729" y="5883317"/>
            <a:ext cx="95250" cy="199419"/>
          </a:xfrm>
          <a:prstGeom prst="upDownArrow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feil: nach links 23">
            <a:extLst>
              <a:ext uri="{FF2B5EF4-FFF2-40B4-BE49-F238E27FC236}">
                <a16:creationId xmlns:a16="http://schemas.microsoft.com/office/drawing/2014/main" id="{AE1AFE6B-F545-D54D-3D28-32B54DE011D4}"/>
              </a:ext>
            </a:extLst>
          </p:cNvPr>
          <p:cNvSpPr/>
          <p:nvPr/>
        </p:nvSpPr>
        <p:spPr>
          <a:xfrm rot="5400000">
            <a:off x="9698784" y="5847187"/>
            <a:ext cx="294874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756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BC99F9-1772-5295-56E6-B09DB7C84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6EE1E4-8DC4-0734-62FB-8232D1B45A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909" y="146871"/>
            <a:ext cx="3047650" cy="324006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5735E66-AD8E-4EFC-18D3-DA3A8F04A6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27175" y="154582"/>
            <a:ext cx="3047650" cy="32323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FC6DFB5-232C-FC59-A9DF-57534317FB0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5441" y="146871"/>
            <a:ext cx="3047649" cy="3232355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4E33156-4E4E-7DB4-02C1-8C82412EBE0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909" y="3511215"/>
            <a:ext cx="3047650" cy="320708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5EA37A4B-FE3B-D9D0-F6A1-FB99DBD31E1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27175" y="3511215"/>
            <a:ext cx="3047650" cy="3208052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70A12B22-0D49-85B8-68F7-D0F124F2E9E8}"/>
              </a:ext>
            </a:extLst>
          </p:cNvPr>
          <p:cNvSpPr txBox="1"/>
          <p:nvPr/>
        </p:nvSpPr>
        <p:spPr>
          <a:xfrm>
            <a:off x="802285" y="216140"/>
            <a:ext cx="26143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7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B6F2329-50BE-D5A4-3947-5417F4AD7DA9}"/>
              </a:ext>
            </a:extLst>
          </p:cNvPr>
          <p:cNvSpPr txBox="1"/>
          <p:nvPr/>
        </p:nvSpPr>
        <p:spPr>
          <a:xfrm>
            <a:off x="3980415" y="216140"/>
            <a:ext cx="26143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8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642B8B3-FA32-DA1D-EEFF-8883227084E0}"/>
              </a:ext>
            </a:extLst>
          </p:cNvPr>
          <p:cNvSpPr txBox="1"/>
          <p:nvPr/>
        </p:nvSpPr>
        <p:spPr>
          <a:xfrm>
            <a:off x="802285" y="3547982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10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4471B10-8492-0120-7E98-546A48C0ED9E}"/>
              </a:ext>
            </a:extLst>
          </p:cNvPr>
          <p:cNvSpPr txBox="1"/>
          <p:nvPr/>
        </p:nvSpPr>
        <p:spPr>
          <a:xfrm>
            <a:off x="3980415" y="3547982"/>
            <a:ext cx="363929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11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A92D97A-1E84-664E-DEB6-F2A4442FA9C7}"/>
              </a:ext>
            </a:extLst>
          </p:cNvPr>
          <p:cNvSpPr txBox="1"/>
          <p:nvPr/>
        </p:nvSpPr>
        <p:spPr>
          <a:xfrm>
            <a:off x="7172591" y="216140"/>
            <a:ext cx="26143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9</a:t>
            </a:r>
          </a:p>
        </p:txBody>
      </p:sp>
      <p:sp>
        <p:nvSpPr>
          <p:cNvPr id="25" name="Pfeil: nach links 24">
            <a:extLst>
              <a:ext uri="{FF2B5EF4-FFF2-40B4-BE49-F238E27FC236}">
                <a16:creationId xmlns:a16="http://schemas.microsoft.com/office/drawing/2014/main" id="{A45BCD00-E10E-DE05-2F1C-FAFACBCF43A5}"/>
              </a:ext>
            </a:extLst>
          </p:cNvPr>
          <p:cNvSpPr/>
          <p:nvPr/>
        </p:nvSpPr>
        <p:spPr>
          <a:xfrm rot="5400000">
            <a:off x="3246980" y="2830514"/>
            <a:ext cx="294874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Pfeil: nach links 26">
            <a:extLst>
              <a:ext uri="{FF2B5EF4-FFF2-40B4-BE49-F238E27FC236}">
                <a16:creationId xmlns:a16="http://schemas.microsoft.com/office/drawing/2014/main" id="{13B2C048-41FF-839F-48C6-33F739E13DD1}"/>
              </a:ext>
            </a:extLst>
          </p:cNvPr>
          <p:cNvSpPr/>
          <p:nvPr/>
        </p:nvSpPr>
        <p:spPr>
          <a:xfrm rot="19498450">
            <a:off x="9520803" y="2435878"/>
            <a:ext cx="294874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Pfeil: nach links 27">
            <a:extLst>
              <a:ext uri="{FF2B5EF4-FFF2-40B4-BE49-F238E27FC236}">
                <a16:creationId xmlns:a16="http://schemas.microsoft.com/office/drawing/2014/main" id="{18ADF8A2-6806-F6F1-C1D7-117884FEE1AF}"/>
              </a:ext>
            </a:extLst>
          </p:cNvPr>
          <p:cNvSpPr/>
          <p:nvPr/>
        </p:nvSpPr>
        <p:spPr>
          <a:xfrm rot="9009677">
            <a:off x="3143294" y="5789700"/>
            <a:ext cx="233585" cy="132736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Pfeil: nach links 34">
            <a:extLst>
              <a:ext uri="{FF2B5EF4-FFF2-40B4-BE49-F238E27FC236}">
                <a16:creationId xmlns:a16="http://schemas.microsoft.com/office/drawing/2014/main" id="{E90907FC-A146-6137-37D4-D7B5121143C3}"/>
              </a:ext>
            </a:extLst>
          </p:cNvPr>
          <p:cNvSpPr/>
          <p:nvPr/>
        </p:nvSpPr>
        <p:spPr>
          <a:xfrm rot="19819085">
            <a:off x="6562627" y="2343058"/>
            <a:ext cx="176817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Pfeil: nach links 35">
            <a:extLst>
              <a:ext uri="{FF2B5EF4-FFF2-40B4-BE49-F238E27FC236}">
                <a16:creationId xmlns:a16="http://schemas.microsoft.com/office/drawing/2014/main" id="{A6579926-7EB1-5CAE-A421-15D98670352C}"/>
              </a:ext>
            </a:extLst>
          </p:cNvPr>
          <p:cNvSpPr/>
          <p:nvPr/>
        </p:nvSpPr>
        <p:spPr>
          <a:xfrm rot="9085433">
            <a:off x="6384462" y="2444774"/>
            <a:ext cx="176817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Pfeil: nach links 36">
            <a:extLst>
              <a:ext uri="{FF2B5EF4-FFF2-40B4-BE49-F238E27FC236}">
                <a16:creationId xmlns:a16="http://schemas.microsoft.com/office/drawing/2014/main" id="{B44D0B5A-6236-CE00-36B8-F49D2D654FDA}"/>
              </a:ext>
            </a:extLst>
          </p:cNvPr>
          <p:cNvSpPr/>
          <p:nvPr/>
        </p:nvSpPr>
        <p:spPr>
          <a:xfrm rot="16200000">
            <a:off x="6445769" y="5772327"/>
            <a:ext cx="219280" cy="132736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7144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BDC263-1E92-97A5-A81B-C221CBB5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Loading process </a:t>
            </a: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79944B-F4A5-8319-5E64-6EA4DFCB4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17</a:t>
            </a:fld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EF6D60D-46AA-929A-E58C-8B5122612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003" y="1439992"/>
            <a:ext cx="8739994" cy="470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62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BC99F9-1772-5295-56E6-B09DB7C84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9B7C00-64B3-30E2-CA43-EF0707D68D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909" y="354241"/>
            <a:ext cx="2970162" cy="312648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61B570E-A9FA-2FE1-40A0-C6FC0E8BFC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62239" y="354242"/>
            <a:ext cx="2941170" cy="312648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325A903-A4E2-4AE0-CD06-18E75D57AB2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6577" y="349292"/>
            <a:ext cx="2894233" cy="312648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AE2B39C-813E-3E7E-7690-22A4BB8AE77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7902" y="3587830"/>
            <a:ext cx="2941169" cy="313143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C9CB155-445C-C2D4-5B46-4C7ED97CC03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62241" y="3587829"/>
            <a:ext cx="2941169" cy="313143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58E9781-62C7-7705-71CE-A3DE80A2EA1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6580" y="3592779"/>
            <a:ext cx="2929440" cy="312648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E2D0190-21C2-5C76-E36C-18847D2B0A94}"/>
              </a:ext>
            </a:extLst>
          </p:cNvPr>
          <p:cNvSpPr txBox="1"/>
          <p:nvPr/>
        </p:nvSpPr>
        <p:spPr>
          <a:xfrm>
            <a:off x="814840" y="409925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12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A8D2F23-07F8-0EDB-D3D6-81C7246C60C1}"/>
              </a:ext>
            </a:extLst>
          </p:cNvPr>
          <p:cNvSpPr txBox="1"/>
          <p:nvPr/>
        </p:nvSpPr>
        <p:spPr>
          <a:xfrm>
            <a:off x="814840" y="3663665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15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95F8979-BB5E-C737-C4FC-48F2155BEE74}"/>
              </a:ext>
            </a:extLst>
          </p:cNvPr>
          <p:cNvSpPr txBox="1"/>
          <p:nvPr/>
        </p:nvSpPr>
        <p:spPr>
          <a:xfrm>
            <a:off x="3917206" y="3663665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16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6638E8F-34D6-9036-7956-8F4C24288DF0}"/>
              </a:ext>
            </a:extLst>
          </p:cNvPr>
          <p:cNvSpPr txBox="1"/>
          <p:nvPr/>
        </p:nvSpPr>
        <p:spPr>
          <a:xfrm>
            <a:off x="3917206" y="409925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3DEB6CF-8B45-F1FD-C7E5-919026485ACE}"/>
              </a:ext>
            </a:extLst>
          </p:cNvPr>
          <p:cNvSpPr txBox="1"/>
          <p:nvPr/>
        </p:nvSpPr>
        <p:spPr>
          <a:xfrm>
            <a:off x="7010926" y="404764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954E8A5-4D2A-239C-0DCA-13054ECEAD98}"/>
              </a:ext>
            </a:extLst>
          </p:cNvPr>
          <p:cNvSpPr txBox="1"/>
          <p:nvPr/>
        </p:nvSpPr>
        <p:spPr>
          <a:xfrm>
            <a:off x="7013873" y="3663665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17</a:t>
            </a:r>
          </a:p>
        </p:txBody>
      </p:sp>
      <p:sp>
        <p:nvSpPr>
          <p:cNvPr id="25" name="Pfeil: nach links 24">
            <a:extLst>
              <a:ext uri="{FF2B5EF4-FFF2-40B4-BE49-F238E27FC236}">
                <a16:creationId xmlns:a16="http://schemas.microsoft.com/office/drawing/2014/main" id="{A863A8CB-62FB-5A8F-3E27-6F9067D37B21}"/>
              </a:ext>
            </a:extLst>
          </p:cNvPr>
          <p:cNvSpPr/>
          <p:nvPr/>
        </p:nvSpPr>
        <p:spPr>
          <a:xfrm rot="5400000">
            <a:off x="3204417" y="2680730"/>
            <a:ext cx="278400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Pfeil: nach links 26">
            <a:extLst>
              <a:ext uri="{FF2B5EF4-FFF2-40B4-BE49-F238E27FC236}">
                <a16:creationId xmlns:a16="http://schemas.microsoft.com/office/drawing/2014/main" id="{8BA86140-E06C-E96C-82B3-646EFEB7C834}"/>
              </a:ext>
            </a:extLst>
          </p:cNvPr>
          <p:cNvSpPr/>
          <p:nvPr/>
        </p:nvSpPr>
        <p:spPr>
          <a:xfrm rot="19922134">
            <a:off x="6225295" y="2423082"/>
            <a:ext cx="268997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Pfeil: nach links 27">
            <a:extLst>
              <a:ext uri="{FF2B5EF4-FFF2-40B4-BE49-F238E27FC236}">
                <a16:creationId xmlns:a16="http://schemas.microsoft.com/office/drawing/2014/main" id="{A0F26094-BB4E-4863-06C9-360626970878}"/>
              </a:ext>
            </a:extLst>
          </p:cNvPr>
          <p:cNvSpPr/>
          <p:nvPr/>
        </p:nvSpPr>
        <p:spPr>
          <a:xfrm rot="5400000">
            <a:off x="8617012" y="1943078"/>
            <a:ext cx="1196909" cy="125398"/>
          </a:xfrm>
          <a:prstGeom prst="leftArrow">
            <a:avLst>
              <a:gd name="adj1" fmla="val 45339"/>
              <a:gd name="adj2" fmla="val 66188"/>
            </a:avLst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0169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BC99F9-1772-5295-56E6-B09DB7C84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9E50BD7-9F83-E64C-8CD4-4C2B7251CF6B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DD53311-9A10-12BA-4B13-71256992CB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909" y="247961"/>
            <a:ext cx="2968645" cy="314528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14615C5-344C-3A0E-5F8B-DF08F00E5F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55140" y="247961"/>
            <a:ext cx="2949925" cy="314528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9D74A69-09B6-19A0-71DA-4A794D4B588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2651" y="247961"/>
            <a:ext cx="2997374" cy="314528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3A5DC2E-0017-66BA-C233-48A16E59224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909" y="3508480"/>
            <a:ext cx="2968644" cy="320507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5727F75-6EAB-031A-825F-F4C7A2D5DC4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55140" y="3508480"/>
            <a:ext cx="2968644" cy="321078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7703CD11-755C-2AAA-67E7-E27858AF82F2}"/>
              </a:ext>
            </a:extLst>
          </p:cNvPr>
          <p:cNvSpPr txBox="1"/>
          <p:nvPr/>
        </p:nvSpPr>
        <p:spPr>
          <a:xfrm>
            <a:off x="810575" y="312255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18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247DD2-2D4B-081A-2BF7-44AD8FED59C2}"/>
              </a:ext>
            </a:extLst>
          </p:cNvPr>
          <p:cNvSpPr txBox="1"/>
          <p:nvPr/>
        </p:nvSpPr>
        <p:spPr>
          <a:xfrm>
            <a:off x="3947606" y="312255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19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71F8711-216D-2D31-FE96-FDAD4D44ABE1}"/>
              </a:ext>
            </a:extLst>
          </p:cNvPr>
          <p:cNvSpPr txBox="1"/>
          <p:nvPr/>
        </p:nvSpPr>
        <p:spPr>
          <a:xfrm>
            <a:off x="810575" y="3579021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21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41605A7-B9FC-77F3-7AB5-B896D5B2D207}"/>
              </a:ext>
            </a:extLst>
          </p:cNvPr>
          <p:cNvSpPr txBox="1"/>
          <p:nvPr/>
        </p:nvSpPr>
        <p:spPr>
          <a:xfrm>
            <a:off x="3947606" y="3579021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22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674C78F-073F-5E66-A6A7-E77A0AFCEDB7}"/>
              </a:ext>
            </a:extLst>
          </p:cNvPr>
          <p:cNvSpPr txBox="1"/>
          <p:nvPr/>
        </p:nvSpPr>
        <p:spPr>
          <a:xfrm>
            <a:off x="7028990" y="312254"/>
            <a:ext cx="3738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580041104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Breitbild</PresentationFormat>
  <Paragraphs>149</Paragraphs>
  <Slides>19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2" baseType="lpstr">
      <vt:lpstr>Arial</vt:lpstr>
      <vt:lpstr>Calibri</vt:lpstr>
      <vt:lpstr>1_Custom Design</vt:lpstr>
      <vt:lpstr>Automated wafer loading system design with CAD</vt:lpstr>
      <vt:lpstr>Description of all parts</vt:lpstr>
      <vt:lpstr>Automatic loading and unloading mechanism</vt:lpstr>
      <vt:lpstr>Transfer system</vt:lpstr>
      <vt:lpstr>Portal axis</vt:lpstr>
      <vt:lpstr>Arm axis</vt:lpstr>
      <vt:lpstr>Hand axis</vt:lpstr>
      <vt:lpstr>Gripper</vt:lpstr>
      <vt:lpstr>Mechanism to open/close gripper jaws</vt:lpstr>
      <vt:lpstr>Mechanism to tilt gripper jaws </vt:lpstr>
      <vt:lpstr>Wafer-Batch-Transfer-System</vt:lpstr>
      <vt:lpstr>Transport system</vt:lpstr>
      <vt:lpstr>Included storage system</vt:lpstr>
      <vt:lpstr>How does it work?</vt:lpstr>
      <vt:lpstr>PowerPoint-Präsentation</vt:lpstr>
      <vt:lpstr>PowerPoint-Präsentation</vt:lpstr>
      <vt:lpstr>Loading process 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LFK1989 ATECOM</dc:title>
  <dc:creator>Beuter, Karl-Heinz</dc:creator>
  <cp:lastModifiedBy>Maximilian Boss</cp:lastModifiedBy>
  <cp:revision>66</cp:revision>
  <dcterms:created xsi:type="dcterms:W3CDTF">2022-07-04T13:08:45Z</dcterms:created>
  <dcterms:modified xsi:type="dcterms:W3CDTF">2026-04-21T14:26:44Z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eddb31-ca59-47b4-aceb-732539ed590b_Enabled">
    <vt:lpwstr>true</vt:lpwstr>
  </property>
  <property fmtid="{D5CDD505-2E9C-101B-9397-08002B2CF9AE}" pid="3" name="MSIP_Label_c8eddb31-ca59-47b4-aceb-732539ed590b_SetDate">
    <vt:lpwstr>2022-07-04T13:08:45Z</vt:lpwstr>
  </property>
  <property fmtid="{D5CDD505-2E9C-101B-9397-08002B2CF9AE}" pid="4" name="MSIP_Label_c8eddb31-ca59-47b4-aceb-732539ed590b_Method">
    <vt:lpwstr>Standard</vt:lpwstr>
  </property>
  <property fmtid="{D5CDD505-2E9C-101B-9397-08002B2CF9AE}" pid="5" name="MSIP_Label_c8eddb31-ca59-47b4-aceb-732539ed590b_Name">
    <vt:lpwstr>c8eddb31-ca59-47b4-aceb-732539ed590b</vt:lpwstr>
  </property>
  <property fmtid="{D5CDD505-2E9C-101B-9397-08002B2CF9AE}" pid="6" name="MSIP_Label_c8eddb31-ca59-47b4-aceb-732539ed590b_SiteId">
    <vt:lpwstr>5874b827-1966-41df-a5b7-b79ec04dab64</vt:lpwstr>
  </property>
  <property fmtid="{D5CDD505-2E9C-101B-9397-08002B2CF9AE}" pid="7" name="MSIP_Label_c8eddb31-ca59-47b4-aceb-732539ed590b_ActionId">
    <vt:lpwstr>31f67127-fcd0-4336-bd5c-922c11fe78e5</vt:lpwstr>
  </property>
  <property fmtid="{D5CDD505-2E9C-101B-9397-08002B2CF9AE}" pid="8" name="MSIP_Label_c8eddb31-ca59-47b4-aceb-732539ed590b_ContentBits">
    <vt:lpwstr>0</vt:lpwstr>
  </property>
</Properties>
</file>